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Algorithm Process Flow: Binary Search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371600"/>
            <a:ext cx="1645920" cy="548640"/>
          </a:xfrm>
          <a:prstGeom prst="ellipse">
            <a:avLst/>
          </a:prstGeom>
          <a:solidFill>
            <a:srgbClr val="6366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1. Start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371600"/>
            <a:ext cx="2011680" cy="548640"/>
          </a:xfrm>
          <a:prstGeom prst="rect">
            <a:avLst/>
          </a:prstGeom>
          <a:solidFill>
            <a:srgbClr val="4F46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2. Calculate Mid Index</a:t>
            </a:r>
          </a:p>
        </p:txBody>
      </p:sp>
      <p:sp>
        <p:nvSpPr>
          <p:cNvPr id="5" name="Diamond 4"/>
          <p:cNvSpPr/>
          <p:nvPr/>
        </p:nvSpPr>
        <p:spPr>
          <a:xfrm>
            <a:off x="5120640" y="1097280"/>
            <a:ext cx="2011680" cy="1097280"/>
          </a:xfrm>
          <a:prstGeom prst="diamond">
            <a:avLst/>
          </a:prstGeom>
          <a:solidFill>
            <a:srgbClr val="D9770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Target == Mid?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371600"/>
            <a:ext cx="1463040" cy="548640"/>
          </a:xfrm>
          <a:prstGeom prst="roundRect">
            <a:avLst/>
          </a:prstGeom>
          <a:solidFill>
            <a:srgbClr val="16A34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Return Index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2926080"/>
            <a:ext cx="2194560" cy="548640"/>
          </a:xfrm>
          <a:prstGeom prst="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Target &lt; Mid: Search Left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926080"/>
            <a:ext cx="2194560" cy="548640"/>
          </a:xfrm>
          <a:prstGeom prst="rect">
            <a:avLst/>
          </a:prstGeom>
          <a:solidFill>
            <a:srgbClr val="9333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Target &gt; Mid: Search Right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