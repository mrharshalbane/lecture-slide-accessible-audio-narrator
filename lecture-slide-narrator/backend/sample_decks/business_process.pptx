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Supply Chain Lifecycle: E-Commerce Order Fulfillment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2011680"/>
            <a:ext cx="1554480" cy="914400"/>
          </a:xfrm>
          <a:prstGeom prst="chevron">
            <a:avLst/>
          </a:prstGeom>
          <a:solidFill>
            <a:srgbClr val="0E74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  <a:p>
            <a:r>
              <a:t>Order Received</a:t>
            </a:r>
          </a:p>
        </p:txBody>
      </p:sp>
      <p:sp>
        <p:nvSpPr>
          <p:cNvPr id="4" name="Chevron 3"/>
          <p:cNvSpPr/>
          <p:nvPr/>
        </p:nvSpPr>
        <p:spPr>
          <a:xfrm>
            <a:off x="2148840" y="2011680"/>
            <a:ext cx="1554480" cy="914400"/>
          </a:xfrm>
          <a:prstGeom prst="chevron">
            <a:avLst/>
          </a:prstGeom>
          <a:solidFill>
            <a:srgbClr val="0369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  <a:p>
            <a:r>
              <a:t>Warehouse Verification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3840480" y="2011680"/>
            <a:ext cx="1554480" cy="914400"/>
          </a:xfrm>
          <a:prstGeom prst="chevron">
            <a:avLst/>
          </a:prstGeom>
          <a:solidFill>
            <a:srgbClr val="1D4E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  <a:p>
            <a:r>
              <a:t>Automated Packaging</a:t>
            </a:r>
          </a:p>
        </p:txBody>
      </p:sp>
      <p:sp>
        <p:nvSpPr>
          <p:cNvPr id="6" name="Chevron 5"/>
          <p:cNvSpPr/>
          <p:nvPr/>
        </p:nvSpPr>
        <p:spPr>
          <a:xfrm>
            <a:off x="5532120" y="2011680"/>
            <a:ext cx="1554480" cy="914400"/>
          </a:xfrm>
          <a:prstGeom prst="chevron">
            <a:avLst/>
          </a:prstGeom>
          <a:solidFill>
            <a:srgbClr val="6D28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</a:t>
            </a:r>
          </a:p>
          <a:p>
            <a:r>
              <a:t>Courier Dispatch</a:t>
            </a:r>
          </a:p>
        </p:txBody>
      </p:sp>
      <p:sp>
        <p:nvSpPr>
          <p:cNvPr id="7" name="Chevron 6"/>
          <p:cNvSpPr/>
          <p:nvPr/>
        </p:nvSpPr>
        <p:spPr>
          <a:xfrm>
            <a:off x="7223760" y="2011680"/>
            <a:ext cx="1554480" cy="914400"/>
          </a:xfrm>
          <a:prstGeom prst="chevron">
            <a:avLst/>
          </a:prstGeom>
          <a:solidFill>
            <a:srgbClr val="047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5</a:t>
            </a:r>
          </a:p>
          <a:p>
            <a:r>
              <a:t>Final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