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Evolutionary Tree: Mammalian Classification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Hierarchy tracing Kingdom Animalia down to Canines and Sub-species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188720"/>
            <a:ext cx="1828800" cy="548640"/>
          </a:xfrm>
          <a:prstGeom prst="round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Class: Mammalia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2103120"/>
            <a:ext cx="1828800" cy="548640"/>
          </a:xfrm>
          <a:prstGeom prst="round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t>Order: Carnivora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3017520"/>
            <a:ext cx="1828800" cy="548640"/>
          </a:xfrm>
          <a:prstGeom prst="round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t>Family: Canidae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4023360"/>
            <a:ext cx="2011680" cy="548640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t>Canis lupus (Wolf)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4023360"/>
            <a:ext cx="2011680" cy="548640"/>
          </a:xfrm>
          <a:prstGeom prst="roundRect">
            <a:avLst/>
          </a:prstGeom>
          <a:solidFill>
            <a:srgbClr val="14B8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t>Canis familiaris (Dog)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